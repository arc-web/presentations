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TodoVibes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Team Tasks - Fill the Gaps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🔗 Plane: https://arc.todovibes.com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🌐 Landing Page: https://todovibes.com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👤 Username: me@advertisingreportcard.com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⏱️ Estimated time: 30-60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❓ Need help? Check the 'If stuck' prompt on each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1: GitHub OAuth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1. GitHub → Settings → Developer settings → OAuth Apps → New OAuth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2. App name: TodoVibes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3. Homepage URL: https://arc.todovibes.com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4. Callback URL: https://arc.todovibes.com/auth/github/callback/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5. Copy Client ID + Client Secret → Save securely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If stuck: "I'm setting up GitHub OAuth. I have the Client ID and Secret - what's next?"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2: Discord Webhook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1. Discord server → Right-click channel (e.g., #plane-updates)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2. Edit Channel → Integrations → Webhooks → New Webhook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3. Name: Plane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4. Copy Webhook URL → Save securely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✅ Done when: Webhook URL is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If stuck: "I created a Discord webhook but don't know what to do with the URL."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3: Email Setup 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2860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1. Get SMTP credentials (Gmail, Mailgun, Sendgrid, etc.)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2. Plane → Profile → Settings → Email/SMTP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3. Enter: Host, Port, Username, Password, From address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4. Save and test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✅ Done when: Test email sends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If stuck: "I can't find the email settings in Plane. Where is the SMTP configuration?"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4: Enable GitHub in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1. Plane → Profile avatar (bottom-left) → Settings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2. Look for Authentication or GitHub OAuth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3. Paste: Client ID, Client Secret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4. Save and test (log out → Sign in with GitHub)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✅ Done when: GitHub login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If stuck: "I can't find where to paste the GitHub credentials in Plane."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5: Discord Notifications (n8n)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2004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1. Go to n8n.advertisingreportcard.com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2. Create new workflow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3. Add Webhook trigger → Path: /plane-events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4. Add Discord node → Format as embed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5. Save and test with a Plane work item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✅ Done when: Work items appear in Discord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If stuck: "How do I parse the Plane webhook and format it for Discord in n8n?"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Task 6: Test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508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✅ Create a work item in Plane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✅ Verify it appears in the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✅ Test API with curl or Postman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✅ Try signing in with GitHub (if Task 4 done)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✅ Verify Discord notification (if Task 5 done)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🎉 Done when: All features you completed are working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🔴 Required: Tasks 1-2 (credentials)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🟡 Recommended: Tasks 3-4 (UX improvement)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🟢 Nice-to-have: Task 5 (notifications bonus)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📝 Total time: 30-60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💬 Questions? Ask in Slack or use the 'If stuck' prompts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